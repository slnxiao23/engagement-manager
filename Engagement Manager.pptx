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58a42a7bbe3e5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158a42a7bbe3e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832cc89f6a90b4c_1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4832cc89f6a90b4c_1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832cc89f6a90b4c_1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832cc89f6a90b4c_1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832cc89f6a90b4c_1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832cc89f6a90b4c_1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4832cc89f6a90b4c_1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4832cc89f6a90b4c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58a42a7bbe3e5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158a42a7bbe3e5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58a42a7bbe3e5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158a42a7bbe3e5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158a42a7bbe3e5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158a42a7bbe3e5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4832cc89f6a90b4c_1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4832cc89f6a90b4c_1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4832cc89f6a90b4c_1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4832cc89f6a90b4c_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4832cc89f6a90b4c_1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4832cc89f6a90b4c_1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4832cc89f6a90b4c_1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4832cc89f6a90b4c_1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Engagement Manager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Selina (Ruyue) Xiao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Project Goal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An operator starts an engagement for one track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Track validity and resource availability may change after it starts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The manager keeps track of engagement states and resource ownership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It should prevent conflicting assignments and reject invalid 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Approach and plan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626000"/>
            <a:ext cx="7505700" cy="28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Approach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zh-CN"/>
              <a:t>Read the brief and ask clarification questions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zh-CN"/>
              <a:t>Define the states, resource rules, and interfaces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zh-CN"/>
              <a:t>Build the main operations in C++17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zh-CN"/>
              <a:t>Test normal behavior and failure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8 hour plan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5 hours: design and implementation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2 hours: testing and debugging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1 hour: presentation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919525"/>
            <a:ext cx="7505700" cy="3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rgbClr val="000000"/>
                </a:solidFill>
              </a:rPr>
              <a:t>Assumptions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zh-CN" sz="1600"/>
              <a:t>One track per engagement, with only one unfinished engagement per track</a:t>
            </a:r>
            <a:endParaRPr sz="1600"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zh-CN" sz="1600"/>
              <a:t>At most one exclusive resource per engagement, resources are interchangeable</a:t>
            </a:r>
            <a:endParaRPr sz="1600"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zh-CN" sz="1600"/>
              <a:t>Operators decide when to complete or cancel an engagement</a:t>
            </a:r>
            <a:endParaRPr sz="1600"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zh-CN" sz="1600"/>
              <a:t>Calls are handled one at a time, NeedsAttention requires operator action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819150" y="962525"/>
            <a:ext cx="7505700" cy="3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Core behavior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Reject missing or invalid tracks, duplicate IDs, and conflicting engagements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Assign an available resource, or keep the engagement waiting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Release resources when engagements end or encounter problems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Return a result and let the caller inspect current records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Consistency rules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Rejected operations leave the records unchanged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An engagement cannot keep a resource that it can no longer use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4103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System 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Responsibilities</a:t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819150" y="1650100"/>
            <a:ext cx="7505700" cy="30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zh-CN" sz="1188">
                <a:solidFill>
                  <a:srgbClr val="000000"/>
                </a:solidFill>
              </a:rPr>
              <a:t>Inputs</a:t>
            </a:r>
            <a:endParaRPr b="1"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Operator: starts, completes, or cancels an engagement</a:t>
            </a:r>
            <a:endParaRPr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Track source: provides changes to track validity</a:t>
            </a:r>
            <a:endParaRPr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Resource source: provides changes to availability</a:t>
            </a:r>
            <a:endParaRPr sz="118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zh-CN" sz="1188">
                <a:solidFill>
                  <a:srgbClr val="000000"/>
                </a:solidFill>
              </a:rPr>
              <a:t>Inside the manager</a:t>
            </a:r>
            <a:endParaRPr b="1"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Stores local track, engagement, and resource records</a:t>
            </a:r>
            <a:endParaRPr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Checks commands and updates the records together</a:t>
            </a:r>
            <a:endParaRPr sz="118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zh-CN" sz="1188">
                <a:solidFill>
                  <a:srgbClr val="000000"/>
                </a:solidFill>
              </a:rPr>
              <a:t>Outputs</a:t>
            </a:r>
            <a:endParaRPr b="1"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Returns a status code and message</a:t>
            </a:r>
            <a:endParaRPr sz="1188">
              <a:solidFill>
                <a:srgbClr val="000000"/>
              </a:solidFill>
            </a:endParaRPr>
          </a:p>
          <a:p>
            <a:pPr indent="-3040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Calibri"/>
              <a:buChar char="●"/>
            </a:pPr>
            <a:r>
              <a:rPr lang="zh-CN" sz="1188">
                <a:solidFill>
                  <a:srgbClr val="000000"/>
                </a:solidFill>
              </a:rPr>
              <a:t>Lets callers retrieve engagement and resource records</a:t>
            </a:r>
            <a:endParaRPr sz="118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18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1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762375" y="943625"/>
            <a:ext cx="7505700" cy="3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500">
                <a:solidFill>
                  <a:srgbClr val="000000"/>
                </a:solidFill>
              </a:rPr>
              <a:t>Stored records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zh-CN" sz="1500">
                <a:solidFill>
                  <a:srgbClr val="000000"/>
                </a:solidFill>
              </a:rPr>
              <a:t>Tracks: ID and validity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zh-CN" sz="1500">
                <a:solidFill>
                  <a:srgbClr val="000000"/>
                </a:solidFill>
              </a:rPr>
              <a:t>Engagements: ID, track ID, state, resource ID, and reason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zh-CN" sz="1500">
                <a:solidFill>
                  <a:srgbClr val="000000"/>
                </a:solidFill>
              </a:rPr>
              <a:t>Resources: availability and current owner ID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000000"/>
                </a:solidFill>
              </a:rPr>
              <a:t>The manager updates both sides of a resource assignment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500">
                <a:solidFill>
                  <a:srgbClr val="000000"/>
                </a:solidFill>
              </a:rPr>
              <a:t>An operation is handled: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zh-CN" sz="1500">
                <a:solidFill>
                  <a:srgbClr val="000000"/>
                </a:solidFill>
              </a:rPr>
              <a:t>Receive an operator command or an updated track or resource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zh-CN" sz="1500">
                <a:solidFill>
                  <a:srgbClr val="000000"/>
                </a:solidFill>
              </a:rPr>
              <a:t>Check the current records and whether the operation is allowed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zh-CN" sz="1500">
                <a:solidFill>
                  <a:srgbClr val="000000"/>
                </a:solidFill>
              </a:rPr>
              <a:t>Change the engagement state and resource ownership as needed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</a:pPr>
            <a:r>
              <a:rPr lang="zh-CN" sz="1500">
                <a:solidFill>
                  <a:srgbClr val="000000"/>
                </a:solidFill>
              </a:rPr>
              <a:t>Return a result to the caller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4" name="Google Shape;164;p19"/>
          <p:cNvSpPr txBox="1"/>
          <p:nvPr>
            <p:ph type="title"/>
          </p:nvPr>
        </p:nvSpPr>
        <p:spPr>
          <a:xfrm>
            <a:off x="762375" y="252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Components and Data Flow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819150" y="870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Engagement State Model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819150" y="1549175"/>
            <a:ext cx="75057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</a:rPr>
              <a:t>States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zh-CN" sz="1100">
                <a:solidFill>
                  <a:srgbClr val="000000"/>
                </a:solidFill>
              </a:rPr>
              <a:t>Requested: waiting for a resource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zh-CN" sz="1100">
                <a:solidFill>
                  <a:srgbClr val="000000"/>
                </a:solidFill>
              </a:rPr>
              <a:t>Active: has an assigned resource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zh-CN" sz="1100">
                <a:solidFill>
                  <a:srgbClr val="000000"/>
                </a:solidFill>
              </a:rPr>
              <a:t>NeedsAttention: the track or resource has a problem, and the engagement cannot recover automatically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zh-CN" sz="1100">
                <a:solidFill>
                  <a:srgbClr val="000000"/>
                </a:solidFill>
              </a:rPr>
              <a:t>Completed and Cancelled: final states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</a:rPr>
              <a:t>What changes the state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lang="zh-CN" sz="1100">
                <a:solidFill>
                  <a:srgbClr val="000000"/>
                </a:solidFill>
              </a:rPr>
              <a:t>Resource assigned: Requested becomes Active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lang="zh-CN" sz="1100">
                <a:solidFill>
                  <a:srgbClr val="000000"/>
                </a:solidFill>
              </a:rPr>
              <a:t>Track invalid: Requested or Active becomes NeedsAttention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lang="zh-CN" sz="1100">
                <a:solidFill>
                  <a:srgbClr val="000000"/>
                </a:solidFill>
              </a:rPr>
              <a:t>Resource unavailable: Active becomes NeedsAttention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lang="zh-CN" sz="1100">
                <a:solidFill>
                  <a:srgbClr val="000000"/>
                </a:solidFill>
              </a:rPr>
              <a:t>Operator completes: Active becomes Completed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lang="zh-CN" sz="1100">
                <a:solidFill>
                  <a:srgbClr val="000000"/>
                </a:solidFill>
              </a:rPr>
              <a:t>Operator cancels: any unfinished state becomes Cancelled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787625" y="1012975"/>
            <a:ext cx="7505700" cy="3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operations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registerTrack and updateTrack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 operations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registerResource and updateResource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operations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start, complete, and cancel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operations return Result with Code and a message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operations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getEngagement and getResource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an optional record that may be empty if the ID is not found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724525" y="359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Key Interfaces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Decisions and Trade-offs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zh-CN" sz="1600"/>
              <a:t>Sequential calls keep the implementation simple, but concurrent calls are not safe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zh-CN" sz="1600"/>
              <a:t>std::map keeps IDs sorted and gives logarithmic lookup, allocation scans records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zh-CN" sz="1600"/>
              <a:t>Waiting engagements are assigned by lowest ID, not by request time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zh-CN" sz="1600"/>
              <a:t>Resources are interchangeable, the code does not model different resource types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zh-CN" sz="1600"/>
              <a:t>Failures release the resource and put the engagement in NeedsAttention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PoC Focus</a:t>
            </a:r>
            <a:endParaRPr/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819150" y="1607075"/>
            <a:ext cx="7505700" cy="28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I focused the code on creating, assigning, completing, cancelling, and handling failures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zh-CN"/>
              <a:t>The tests check that a released resource can safely be used again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Testing and Demo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819150" y="1537700"/>
            <a:ext cx="75057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Testing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Six doctest cases cover state changes, resource waiting, and reassignment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Tests also cover invalid requests, failures, repeated updates, and isolation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Tests check both engagement and resource ownership records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Normal completion is covered by the tests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Demo steps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Build the C++ project and run the tests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Register Track 500 and Resource 1, then create Engagement 100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Mark Resource 1 unavailable and check the NeedsAttention state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Cancel Engagement 100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Limitations and Next Steps</a:t>
            </a:r>
            <a:endParaRPr/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819150" y="1480925"/>
            <a:ext cx="7505700" cy="29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Current limitations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No timeout for Requested or Active engagements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Tracks store validity only, not classification or position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No persistence, authentication, alerts, or real system connections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zh-CN">
                <a:solidFill>
                  <a:srgbClr val="000000"/>
                </a:solidFill>
              </a:rPr>
              <a:t>NeedsAttention has no recovery operation other than cancellation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00"/>
                </a:solidFill>
              </a:rPr>
              <a:t>Next steps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Use a first-come, first-served queue instead of lowest-ID allocation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For concurrency, queue events for one worker or lock public operations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Add storage and define how operators can resolve NeedsAttention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AutoNum type="arabicPeriod"/>
            </a:pPr>
            <a:r>
              <a:rPr lang="zh-CN">
                <a:solidFill>
                  <a:srgbClr val="000000"/>
                </a:solidFill>
              </a:rPr>
              <a:t>Define external interfaces and how to handle failed updates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